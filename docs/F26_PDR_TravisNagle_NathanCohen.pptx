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DR" id="{A2364905-695B-2714-4398-FC10B2FAA109}">
          <p14:sldIdLst>
            <p14:sldId id="256"/>
            <p14:sldId id="257"/>
            <p14:sldId id="258"/>
            <p14:sldId id="259"/>
            <p14:sldId id="26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" dt="2026-10-19T07:16:38.007"/>
    <p1510:client id="{03FD87E9-C238-9996-4020-FF64578FC371}" v="346" dt="2026-10-19T07:14:05.900"/>
    <p1510:client id="{2C353101-FE24-425F-3B95-B8EBC5D17B2D}" v="5" dt="2026-10-19T16:54:18.850"/>
    <p1510:client id="{F23ABD99-9167-4392-BD07-56CA1DBAD017}" v="98" dt="2026-10-19T17:03:39.7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avis Nagle" userId="S::trna1284@colorado.edu::662cf946-280a-4d6e-958e-c6d8e40c2a44" providerId="AD" clId="Web-{00000000-0000-0000-0000-000000000000}"/>
    <pc:docChg chg="modSld">
      <pc:chgData name="Travis Nagle" userId="S::trna1284@colorado.edu::662cf946-280a-4d6e-958e-c6d8e40c2a44" providerId="AD" clId="Web-{00000000-0000-0000-0000-000000000000}" dt="2026-10-19T07:16:38.007" v="4"/>
      <pc:docMkLst>
        <pc:docMk/>
      </pc:docMkLst>
      <pc:sldChg chg="addSp modSp">
        <pc:chgData name="Travis Nagle" userId="S::trna1284@colorado.edu::662cf946-280a-4d6e-958e-c6d8e40c2a44" providerId="AD" clId="Web-{00000000-0000-0000-0000-000000000000}" dt="2026-10-19T07:16:38.007" v="4"/>
        <pc:sldMkLst>
          <pc:docMk/>
          <pc:sldMk cId="0" sldId="258"/>
        </pc:sldMkLst>
        <pc:graphicFrameChg chg="mod">
          <ac:chgData name="Travis Nagle" userId="S::trna1284@colorado.edu::662cf946-280a-4d6e-958e-c6d8e40c2a44" providerId="AD" clId="Web-{00000000-0000-0000-0000-000000000000}" dt="2026-10-19T07:15:59.616" v="2" actId="1076"/>
          <ac:graphicFrameMkLst>
            <pc:docMk/>
            <pc:sldMk cId="0" sldId="258"/>
            <ac:graphicFrameMk id="30" creationId="{00000000-0000-0000-0000-000000000000}"/>
          </ac:graphicFrameMkLst>
        </pc:graphicFrameChg>
        <pc:graphicFrameChg chg="add mod topLvl modGraphic">
          <ac:chgData name="Travis Nagle" userId="S::trna1284@colorado.edu::662cf946-280a-4d6e-958e-c6d8e40c2a44" providerId="AD" clId="Web-{00000000-0000-0000-0000-000000000000}" dt="2026-10-19T07:16:38.007" v="4"/>
          <ac:graphicFrameMkLst>
            <pc:docMk/>
            <pc:sldMk cId="0" sldId="258"/>
            <ac:graphicFrameMk id="33" creationId="{53AB0AD3-25D2-39E9-EB82-70E4DE4D1EA4}"/>
          </ac:graphicFrameMkLst>
        </pc:graphicFrameChg>
      </pc:sldChg>
    </pc:docChg>
  </pc:docChgLst>
  <pc:docChgLst>
    <pc:chgData name="Nathan Cohen" userId="1a2651e9-e855-4fb1-a35a-3c1b6c1c8d50" providerId="ADAL" clId="{33A967AB-EE08-59AE-AB88-79BD3B04DBD0}"/>
    <pc:docChg chg="undo custSel modSld">
      <pc:chgData name="Nathan Cohen" userId="1a2651e9-e855-4fb1-a35a-3c1b6c1c8d50" providerId="ADAL" clId="{33A967AB-EE08-59AE-AB88-79BD3B04DBD0}" dt="2026-10-19T04:20:50.529" v="85" actId="404"/>
      <pc:docMkLst>
        <pc:docMk/>
      </pc:docMkLst>
      <pc:sldChg chg="modSp mod">
        <pc:chgData name="Nathan Cohen" userId="1a2651e9-e855-4fb1-a35a-3c1b6c1c8d50" providerId="ADAL" clId="{33A967AB-EE08-59AE-AB88-79BD3B04DBD0}" dt="2026-10-19T04:05:46.931" v="51" actId="20577"/>
        <pc:sldMkLst>
          <pc:docMk/>
          <pc:sldMk cId="0" sldId="256"/>
        </pc:sldMkLst>
        <pc:spChg chg="mod">
          <ac:chgData name="Nathan Cohen" userId="1a2651e9-e855-4fb1-a35a-3c1b6c1c8d50" providerId="ADAL" clId="{33A967AB-EE08-59AE-AB88-79BD3B04DBD0}" dt="2026-10-19T04:05:46.931" v="51" actId="20577"/>
          <ac:spMkLst>
            <pc:docMk/>
            <pc:sldMk cId="0" sldId="256"/>
            <ac:spMk id="13" creationId="{00000000-0000-0000-0000-000000000000}"/>
          </ac:spMkLst>
        </pc:spChg>
      </pc:sldChg>
      <pc:sldChg chg="modSp mod">
        <pc:chgData name="Nathan Cohen" userId="1a2651e9-e855-4fb1-a35a-3c1b6c1c8d50" providerId="ADAL" clId="{33A967AB-EE08-59AE-AB88-79BD3B04DBD0}" dt="2026-10-19T04:20:50.529" v="85" actId="404"/>
        <pc:sldMkLst>
          <pc:docMk/>
          <pc:sldMk cId="0" sldId="258"/>
        </pc:sldMkLst>
        <pc:spChg chg="mod">
          <ac:chgData name="Nathan Cohen" userId="1a2651e9-e855-4fb1-a35a-3c1b6c1c8d50" providerId="ADAL" clId="{33A967AB-EE08-59AE-AB88-79BD3B04DBD0}" dt="2026-10-19T04:06:18.741" v="52" actId="20577"/>
          <ac:spMkLst>
            <pc:docMk/>
            <pc:sldMk cId="0" sldId="258"/>
            <ac:spMk id="7" creationId="{00000000-0000-0000-0000-000000000000}"/>
          </ac:spMkLst>
        </pc:spChg>
        <pc:spChg chg="mod">
          <ac:chgData name="Nathan Cohen" userId="1a2651e9-e855-4fb1-a35a-3c1b6c1c8d50" providerId="ADAL" clId="{33A967AB-EE08-59AE-AB88-79BD3B04DBD0}" dt="2026-10-19T04:20:50.529" v="85" actId="404"/>
          <ac:spMkLst>
            <pc:docMk/>
            <pc:sldMk cId="0" sldId="258"/>
            <ac:spMk id="12" creationId="{00000000-0000-0000-0000-000000000000}"/>
          </ac:spMkLst>
        </pc:spChg>
      </pc:sldChg>
      <pc:sldChg chg="modSp mod">
        <pc:chgData name="Nathan Cohen" userId="1a2651e9-e855-4fb1-a35a-3c1b6c1c8d50" providerId="ADAL" clId="{33A967AB-EE08-59AE-AB88-79BD3B04DBD0}" dt="2026-10-19T04:07:54.818" v="78" actId="20577"/>
        <pc:sldMkLst>
          <pc:docMk/>
          <pc:sldMk cId="0" sldId="260"/>
        </pc:sldMkLst>
        <pc:spChg chg="mod">
          <ac:chgData name="Nathan Cohen" userId="1a2651e9-e855-4fb1-a35a-3c1b6c1c8d50" providerId="ADAL" clId="{33A967AB-EE08-59AE-AB88-79BD3B04DBD0}" dt="2026-10-19T04:07:27.337" v="62" actId="20577"/>
          <ac:spMkLst>
            <pc:docMk/>
            <pc:sldMk cId="0" sldId="260"/>
            <ac:spMk id="23" creationId="{00000000-0000-0000-0000-000000000000}"/>
          </ac:spMkLst>
        </pc:spChg>
        <pc:spChg chg="mod">
          <ac:chgData name="Nathan Cohen" userId="1a2651e9-e855-4fb1-a35a-3c1b6c1c8d50" providerId="ADAL" clId="{33A967AB-EE08-59AE-AB88-79BD3B04DBD0}" dt="2026-10-19T04:07:47.706" v="71" actId="20577"/>
          <ac:spMkLst>
            <pc:docMk/>
            <pc:sldMk cId="0" sldId="260"/>
            <ac:spMk id="26" creationId="{00000000-0000-0000-0000-000000000000}"/>
          </ac:spMkLst>
        </pc:spChg>
        <pc:spChg chg="mod">
          <ac:chgData name="Nathan Cohen" userId="1a2651e9-e855-4fb1-a35a-3c1b6c1c8d50" providerId="ADAL" clId="{33A967AB-EE08-59AE-AB88-79BD3B04DBD0}" dt="2026-10-19T04:07:54.818" v="78" actId="20577"/>
          <ac:spMkLst>
            <pc:docMk/>
            <pc:sldMk cId="0" sldId="260"/>
            <ac:spMk id="29" creationId="{00000000-0000-0000-0000-000000000000}"/>
          </ac:spMkLst>
        </pc:spChg>
      </pc:sldChg>
    </pc:docChg>
  </pc:docChgLst>
  <pc:docChgLst>
    <pc:chgData name="Travis Nagle" userId="662cf946-280a-4d6e-958e-c6d8e40c2a44" providerId="ADAL" clId="{12BAE7F2-E97D-4B31-97BD-4A3C0C296827}"/>
    <pc:docChg chg="undo custSel modSld">
      <pc:chgData name="Travis Nagle" userId="662cf946-280a-4d6e-958e-c6d8e40c2a44" providerId="ADAL" clId="{12BAE7F2-E97D-4B31-97BD-4A3C0C296827}" dt="2026-10-19T16:52:17.851" v="95" actId="20577"/>
      <pc:docMkLst>
        <pc:docMk/>
      </pc:docMkLst>
      <pc:sldChg chg="modSp mod">
        <pc:chgData name="Travis Nagle" userId="662cf946-280a-4d6e-958e-c6d8e40c2a44" providerId="ADAL" clId="{12BAE7F2-E97D-4B31-97BD-4A3C0C296827}" dt="2026-10-19T16:48:48.305" v="67" actId="20577"/>
        <pc:sldMkLst>
          <pc:docMk/>
          <pc:sldMk cId="0" sldId="257"/>
        </pc:sldMkLst>
        <pc:spChg chg="mod">
          <ac:chgData name="Travis Nagle" userId="662cf946-280a-4d6e-958e-c6d8e40c2a44" providerId="ADAL" clId="{12BAE7F2-E97D-4B31-97BD-4A3C0C296827}" dt="2026-10-19T16:48:48.305" v="67" actId="20577"/>
          <ac:spMkLst>
            <pc:docMk/>
            <pc:sldMk cId="0" sldId="257"/>
            <ac:spMk id="6" creationId="{00000000-0000-0000-0000-000000000000}"/>
          </ac:spMkLst>
        </pc:spChg>
      </pc:sldChg>
      <pc:sldChg chg="modSp mod">
        <pc:chgData name="Travis Nagle" userId="662cf946-280a-4d6e-958e-c6d8e40c2a44" providerId="ADAL" clId="{12BAE7F2-E97D-4B31-97BD-4A3C0C296827}" dt="2026-10-19T16:52:17.851" v="95" actId="20577"/>
        <pc:sldMkLst>
          <pc:docMk/>
          <pc:sldMk cId="0" sldId="258"/>
        </pc:sldMkLst>
        <pc:spChg chg="mod">
          <ac:chgData name="Travis Nagle" userId="662cf946-280a-4d6e-958e-c6d8e40c2a44" providerId="ADAL" clId="{12BAE7F2-E97D-4B31-97BD-4A3C0C296827}" dt="2026-10-19T16:42:28.070" v="43" actId="20577"/>
          <ac:spMkLst>
            <pc:docMk/>
            <pc:sldMk cId="0" sldId="258"/>
            <ac:spMk id="29" creationId="{00000000-0000-0000-0000-000000000000}"/>
          </ac:spMkLst>
        </pc:spChg>
        <pc:spChg chg="mod">
          <ac:chgData name="Travis Nagle" userId="662cf946-280a-4d6e-958e-c6d8e40c2a44" providerId="ADAL" clId="{12BAE7F2-E97D-4B31-97BD-4A3C0C296827}" dt="2026-10-19T16:52:17.851" v="95" actId="20577"/>
          <ac:spMkLst>
            <pc:docMk/>
            <pc:sldMk cId="0" sldId="258"/>
            <ac:spMk id="31" creationId="{00000000-0000-0000-0000-000000000000}"/>
          </ac:spMkLst>
        </pc:spChg>
        <pc:graphicFrameChg chg="mod">
          <ac:chgData name="Travis Nagle" userId="662cf946-280a-4d6e-958e-c6d8e40c2a44" providerId="ADAL" clId="{12BAE7F2-E97D-4B31-97BD-4A3C0C296827}" dt="2026-10-19T16:48:29.541" v="61" actId="20577"/>
          <ac:graphicFrameMkLst>
            <pc:docMk/>
            <pc:sldMk cId="0" sldId="258"/>
            <ac:graphicFrameMk id="30" creationId="{00000000-0000-0000-0000-000000000000}"/>
          </ac:graphicFrameMkLst>
        </pc:graphicFrameChg>
      </pc:sldChg>
      <pc:sldChg chg="modSp mod">
        <pc:chgData name="Travis Nagle" userId="662cf946-280a-4d6e-958e-c6d8e40c2a44" providerId="ADAL" clId="{12BAE7F2-E97D-4B31-97BD-4A3C0C296827}" dt="2026-10-19T16:42:36.041" v="44" actId="20577"/>
        <pc:sldMkLst>
          <pc:docMk/>
          <pc:sldMk cId="0" sldId="259"/>
        </pc:sldMkLst>
        <pc:graphicFrameChg chg="modGraphic">
          <ac:chgData name="Travis Nagle" userId="662cf946-280a-4d6e-958e-c6d8e40c2a44" providerId="ADAL" clId="{12BAE7F2-E97D-4B31-97BD-4A3C0C296827}" dt="2026-10-19T16:42:36.041" v="44" actId="20577"/>
          <ac:graphicFrameMkLst>
            <pc:docMk/>
            <pc:sldMk cId="0" sldId="259"/>
            <ac:graphicFrameMk id="5" creationId="{00000000-0000-0000-0000-000000000000}"/>
          </ac:graphicFrameMkLst>
        </pc:graphicFrameChg>
      </pc:sldChg>
    </pc:docChg>
  </pc:docChgLst>
  <pc:docChgLst>
    <pc:chgData name="Travis Nagle" userId="S::trna1284@colorado.edu::662cf946-280a-4d6e-958e-c6d8e40c2a44" providerId="AD" clId="Web-{03FD87E9-C238-9996-4020-FF64578FC371}"/>
    <pc:docChg chg="modSld">
      <pc:chgData name="Travis Nagle" userId="S::trna1284@colorado.edu::662cf946-280a-4d6e-958e-c6d8e40c2a44" providerId="AD" clId="Web-{03FD87E9-C238-9996-4020-FF64578FC371}" dt="2026-10-19T07:15:08.900" v="350" actId="1076"/>
      <pc:docMkLst>
        <pc:docMk/>
      </pc:docMkLst>
      <pc:sldChg chg="modSp modNotes">
        <pc:chgData name="Travis Nagle" userId="S::trna1284@colorado.edu::662cf946-280a-4d6e-958e-c6d8e40c2a44" providerId="AD" clId="Web-{03FD87E9-C238-9996-4020-FF64578FC371}" dt="2026-10-19T05:59:54.800" v="283" actId="20577"/>
        <pc:sldMkLst>
          <pc:docMk/>
          <pc:sldMk cId="0" sldId="256"/>
        </pc:sldMkLst>
        <pc:spChg chg="mod">
          <ac:chgData name="Travis Nagle" userId="S::trna1284@colorado.edu::662cf946-280a-4d6e-958e-c6d8e40c2a44" providerId="AD" clId="Web-{03FD87E9-C238-9996-4020-FF64578FC371}" dt="2026-10-19T05:59:54.800" v="283" actId="20577"/>
          <ac:spMkLst>
            <pc:docMk/>
            <pc:sldMk cId="0" sldId="256"/>
            <ac:spMk id="13" creationId="{00000000-0000-0000-0000-000000000000}"/>
          </ac:spMkLst>
        </pc:spChg>
        <pc:spChg chg="mod">
          <ac:chgData name="Travis Nagle" userId="S::trna1284@colorado.edu::662cf946-280a-4d6e-958e-c6d8e40c2a44" providerId="AD" clId="Web-{03FD87E9-C238-9996-4020-FF64578FC371}" dt="2026-10-19T05:54:23.629" v="226" actId="20577"/>
          <ac:spMkLst>
            <pc:docMk/>
            <pc:sldMk cId="0" sldId="256"/>
            <ac:spMk id="14" creationId="{00000000-0000-0000-0000-000000000000}"/>
          </ac:spMkLst>
        </pc:spChg>
      </pc:sldChg>
      <pc:sldChg chg="modSp">
        <pc:chgData name="Travis Nagle" userId="S::trna1284@colorado.edu::662cf946-280a-4d6e-958e-c6d8e40c2a44" providerId="AD" clId="Web-{03FD87E9-C238-9996-4020-FF64578FC371}" dt="2026-10-19T07:09:52.635" v="291" actId="20577"/>
        <pc:sldMkLst>
          <pc:docMk/>
          <pc:sldMk cId="0" sldId="257"/>
        </pc:sldMkLst>
        <pc:spChg chg="mod">
          <ac:chgData name="Travis Nagle" userId="S::trna1284@colorado.edu::662cf946-280a-4d6e-958e-c6d8e40c2a44" providerId="AD" clId="Web-{03FD87E9-C238-9996-4020-FF64578FC371}" dt="2026-10-19T05:57:46.472" v="228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Travis Nagle" userId="S::trna1284@colorado.edu::662cf946-280a-4d6e-958e-c6d8e40c2a44" providerId="AD" clId="Web-{03FD87E9-C238-9996-4020-FF64578FC371}" dt="2026-10-19T07:09:18.917" v="284" actId="2057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Travis Nagle" userId="S::trna1284@colorado.edu::662cf946-280a-4d6e-958e-c6d8e40c2a44" providerId="AD" clId="Web-{03FD87E9-C238-9996-4020-FF64578FC371}" dt="2026-10-19T07:09:26.182" v="285" actId="20577"/>
          <ac:spMkLst>
            <pc:docMk/>
            <pc:sldMk cId="0" sldId="257"/>
            <ac:spMk id="12" creationId="{00000000-0000-0000-0000-000000000000}"/>
          </ac:spMkLst>
        </pc:spChg>
        <pc:spChg chg="mod">
          <ac:chgData name="Travis Nagle" userId="S::trna1284@colorado.edu::662cf946-280a-4d6e-958e-c6d8e40c2a44" providerId="AD" clId="Web-{03FD87E9-C238-9996-4020-FF64578FC371}" dt="2026-10-19T07:09:33.604" v="287" actId="20577"/>
          <ac:spMkLst>
            <pc:docMk/>
            <pc:sldMk cId="0" sldId="257"/>
            <ac:spMk id="14" creationId="{00000000-0000-0000-0000-000000000000}"/>
          </ac:spMkLst>
        </pc:spChg>
        <pc:spChg chg="mod">
          <ac:chgData name="Travis Nagle" userId="S::trna1284@colorado.edu::662cf946-280a-4d6e-958e-c6d8e40c2a44" providerId="AD" clId="Web-{03FD87E9-C238-9996-4020-FF64578FC371}" dt="2026-10-19T07:09:37.260" v="288" actId="20577"/>
          <ac:spMkLst>
            <pc:docMk/>
            <pc:sldMk cId="0" sldId="257"/>
            <ac:spMk id="19" creationId="{00000000-0000-0000-0000-000000000000}"/>
          </ac:spMkLst>
        </pc:spChg>
        <pc:spChg chg="mod">
          <ac:chgData name="Travis Nagle" userId="S::trna1284@colorado.edu::662cf946-280a-4d6e-958e-c6d8e40c2a44" providerId="AD" clId="Web-{03FD87E9-C238-9996-4020-FF64578FC371}" dt="2026-10-19T07:09:41.245" v="289" actId="20577"/>
          <ac:spMkLst>
            <pc:docMk/>
            <pc:sldMk cId="0" sldId="257"/>
            <ac:spMk id="21" creationId="{00000000-0000-0000-0000-000000000000}"/>
          </ac:spMkLst>
        </pc:spChg>
        <pc:spChg chg="mod">
          <ac:chgData name="Travis Nagle" userId="S::trna1284@colorado.edu::662cf946-280a-4d6e-958e-c6d8e40c2a44" providerId="AD" clId="Web-{03FD87E9-C238-9996-4020-FF64578FC371}" dt="2026-10-19T07:09:45.339" v="290" actId="2057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Travis Nagle" userId="S::trna1284@colorado.edu::662cf946-280a-4d6e-958e-c6d8e40c2a44" providerId="AD" clId="Web-{03FD87E9-C238-9996-4020-FF64578FC371}" dt="2026-10-19T07:09:52.635" v="291" actId="20577"/>
          <ac:spMkLst>
            <pc:docMk/>
            <pc:sldMk cId="0" sldId="257"/>
            <ac:spMk id="28" creationId="{00000000-0000-0000-0000-000000000000}"/>
          </ac:spMkLst>
        </pc:spChg>
      </pc:sldChg>
      <pc:sldChg chg="modSp">
        <pc:chgData name="Travis Nagle" userId="S::trna1284@colorado.edu::662cf946-280a-4d6e-958e-c6d8e40c2a44" providerId="AD" clId="Web-{03FD87E9-C238-9996-4020-FF64578FC371}" dt="2026-10-19T07:15:08.900" v="350" actId="1076"/>
        <pc:sldMkLst>
          <pc:docMk/>
          <pc:sldMk cId="0" sldId="258"/>
        </pc:sldMkLst>
        <pc:spChg chg="mod">
          <ac:chgData name="Travis Nagle" userId="S::trna1284@colorado.edu::662cf946-280a-4d6e-958e-c6d8e40c2a44" providerId="AD" clId="Web-{03FD87E9-C238-9996-4020-FF64578FC371}" dt="2026-10-19T05:58:14.363" v="267" actId="20577"/>
          <ac:spMkLst>
            <pc:docMk/>
            <pc:sldMk cId="0" sldId="258"/>
            <ac:spMk id="3" creationId="{00000000-0000-0000-0000-000000000000}"/>
          </ac:spMkLst>
        </pc:spChg>
        <pc:graphicFrameChg chg="mod">
          <ac:chgData name="Travis Nagle" userId="S::trna1284@colorado.edu::662cf946-280a-4d6e-958e-c6d8e40c2a44" providerId="AD" clId="Web-{03FD87E9-C238-9996-4020-FF64578FC371}" dt="2026-10-19T07:15:08.900" v="350" actId="1076"/>
          <ac:graphicFrameMkLst>
            <pc:docMk/>
            <pc:sldMk cId="0" sldId="258"/>
            <ac:graphicFrameMk id="30" creationId="{00000000-0000-0000-0000-000000000000}"/>
          </ac:graphicFrameMkLst>
        </pc:graphicFrameChg>
      </pc:sldChg>
      <pc:sldChg chg="modSp modNotes">
        <pc:chgData name="Travis Nagle" userId="S::trna1284@colorado.edu::662cf946-280a-4d6e-958e-c6d8e40c2a44" providerId="AD" clId="Web-{03FD87E9-C238-9996-4020-FF64578FC371}" dt="2026-10-19T05:59:28.082" v="282"/>
        <pc:sldMkLst>
          <pc:docMk/>
          <pc:sldMk cId="0" sldId="259"/>
        </pc:sldMkLst>
        <pc:spChg chg="mod">
          <ac:chgData name="Travis Nagle" userId="S::trna1284@colorado.edu::662cf946-280a-4d6e-958e-c6d8e40c2a44" providerId="AD" clId="Web-{03FD87E9-C238-9996-4020-FF64578FC371}" dt="2026-10-19T05:53:44.239" v="223" actId="1076"/>
          <ac:spMkLst>
            <pc:docMk/>
            <pc:sldMk cId="0" sldId="259"/>
            <ac:spMk id="4" creationId="{00000000-0000-0000-0000-000000000000}"/>
          </ac:spMkLst>
        </pc:spChg>
        <pc:graphicFrameChg chg="mod modGraphic">
          <ac:chgData name="Travis Nagle" userId="S::trna1284@colorado.edu::662cf946-280a-4d6e-958e-c6d8e40c2a44" providerId="AD" clId="Web-{03FD87E9-C238-9996-4020-FF64578FC371}" dt="2026-10-19T05:59:28.082" v="282"/>
          <ac:graphicFrameMkLst>
            <pc:docMk/>
            <pc:sldMk cId="0" sldId="259"/>
            <ac:graphicFrameMk id="5" creationId="{00000000-0000-0000-0000-000000000000}"/>
          </ac:graphicFrameMkLst>
        </pc:graphicFrameChg>
      </pc:sldChg>
      <pc:sldChg chg="modSp">
        <pc:chgData name="Travis Nagle" userId="S::trna1284@colorado.edu::662cf946-280a-4d6e-958e-c6d8e40c2a44" providerId="AD" clId="Web-{03FD87E9-C238-9996-4020-FF64578FC371}" dt="2026-10-19T07:14:05.900" v="348" actId="20577"/>
        <pc:sldMkLst>
          <pc:docMk/>
          <pc:sldMk cId="0" sldId="260"/>
        </pc:sldMkLst>
        <pc:spChg chg="mod">
          <ac:chgData name="Travis Nagle" userId="S::trna1284@colorado.edu::662cf946-280a-4d6e-958e-c6d8e40c2a44" providerId="AD" clId="Web-{03FD87E9-C238-9996-4020-FF64578FC371}" dt="2026-10-19T05:59:24.254" v="280" actId="20577"/>
          <ac:spMkLst>
            <pc:docMk/>
            <pc:sldMk cId="0" sldId="260"/>
            <ac:spMk id="13" creationId="{00000000-0000-0000-0000-000000000000}"/>
          </ac:spMkLst>
        </pc:spChg>
        <pc:spChg chg="mod">
          <ac:chgData name="Travis Nagle" userId="S::trna1284@colorado.edu::662cf946-280a-4d6e-958e-c6d8e40c2a44" providerId="AD" clId="Web-{03FD87E9-C238-9996-4020-FF64578FC371}" dt="2026-10-19T07:13:19.322" v="304" actId="20577"/>
          <ac:spMkLst>
            <pc:docMk/>
            <pc:sldMk cId="0" sldId="260"/>
            <ac:spMk id="20" creationId="{00000000-0000-0000-0000-000000000000}"/>
          </ac:spMkLst>
        </pc:spChg>
        <pc:spChg chg="mod">
          <ac:chgData name="Travis Nagle" userId="S::trna1284@colorado.edu::662cf946-280a-4d6e-958e-c6d8e40c2a44" providerId="AD" clId="Web-{03FD87E9-C238-9996-4020-FF64578FC371}" dt="2026-10-19T07:13:45.478" v="338" actId="20577"/>
          <ac:spMkLst>
            <pc:docMk/>
            <pc:sldMk cId="0" sldId="260"/>
            <ac:spMk id="23" creationId="{00000000-0000-0000-0000-000000000000}"/>
          </ac:spMkLst>
        </pc:spChg>
        <pc:spChg chg="mod">
          <ac:chgData name="Travis Nagle" userId="S::trna1284@colorado.edu::662cf946-280a-4d6e-958e-c6d8e40c2a44" providerId="AD" clId="Web-{03FD87E9-C238-9996-4020-FF64578FC371}" dt="2026-10-19T07:14:05.900" v="348" actId="20577"/>
          <ac:spMkLst>
            <pc:docMk/>
            <pc:sldMk cId="0" sldId="260"/>
            <ac:spMk id="29" creationId="{00000000-0000-0000-0000-000000000000}"/>
          </ac:spMkLst>
        </pc:spChg>
      </pc:sldChg>
    </pc:docChg>
  </pc:docChgLst>
  <pc:docChgLst>
    <pc:chgData name="Travis Nagle" userId="S::trna1284@colorado.edu::662cf946-280a-4d6e-958e-c6d8e40c2a44" providerId="AD" clId="Web-{2C353101-FE24-425F-3B95-B8EBC5D17B2D}"/>
    <pc:docChg chg="modSld">
      <pc:chgData name="Travis Nagle" userId="S::trna1284@colorado.edu::662cf946-280a-4d6e-958e-c6d8e40c2a44" providerId="AD" clId="Web-{2C353101-FE24-425F-3B95-B8EBC5D17B2D}" dt="2026-10-19T16:54:18.850" v="5" actId="20577"/>
      <pc:docMkLst>
        <pc:docMk/>
      </pc:docMkLst>
      <pc:sldChg chg="addSp delSp modSp">
        <pc:chgData name="Travis Nagle" userId="S::trna1284@colorado.edu::662cf946-280a-4d6e-958e-c6d8e40c2a44" providerId="AD" clId="Web-{2C353101-FE24-425F-3B95-B8EBC5D17B2D}" dt="2026-10-19T16:54:18.850" v="5" actId="20577"/>
        <pc:sldMkLst>
          <pc:docMk/>
          <pc:sldMk cId="0" sldId="258"/>
        </pc:sldMkLst>
        <pc:spChg chg="mod">
          <ac:chgData name="Travis Nagle" userId="S::trna1284@colorado.edu::662cf946-280a-4d6e-958e-c6d8e40c2a44" providerId="AD" clId="Web-{2C353101-FE24-425F-3B95-B8EBC5D17B2D}" dt="2026-10-19T16:54:18.850" v="5" actId="20577"/>
          <ac:spMkLst>
            <pc:docMk/>
            <pc:sldMk cId="0" sldId="258"/>
            <ac:spMk id="31" creationId="{00000000-0000-0000-0000-000000000000}"/>
          </ac:spMkLst>
        </pc:spChg>
        <pc:graphicFrameChg chg="mod">
          <ac:chgData name="Travis Nagle" userId="S::trna1284@colorado.edu::662cf946-280a-4d6e-958e-c6d8e40c2a44" providerId="AD" clId="Web-{2C353101-FE24-425F-3B95-B8EBC5D17B2D}" dt="2026-10-19T07:33:25.222" v="3" actId="1076"/>
          <ac:graphicFrameMkLst>
            <pc:docMk/>
            <pc:sldMk cId="0" sldId="258"/>
            <ac:graphicFrameMk id="30" creationId="{00000000-0000-0000-0000-000000000000}"/>
          </ac:graphicFrameMkLst>
        </pc:graphicFrameChg>
        <pc:graphicFrameChg chg="del mod topLvl modGraphic">
          <ac:chgData name="Travis Nagle" userId="S::trna1284@colorado.edu::662cf946-280a-4d6e-958e-c6d8e40c2a44" providerId="AD" clId="Web-{2C353101-FE24-425F-3B95-B8EBC5D17B2D}" dt="2026-10-19T07:33:16.769" v="2"/>
          <ac:graphicFrameMkLst>
            <pc:docMk/>
            <pc:sldMk cId="0" sldId="258"/>
            <ac:graphicFrameMk id="33" creationId="{53AB0AD3-25D2-39E9-EB82-70E4DE4D1EA4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2_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226"/>
                </a:solidFill>
                <a:latin typeface="+mj-lt"/>
              </a:defRPr>
            </a:pPr>
            <a:r>
              <a:rPr lang="en-US" sz="1300" b="0" i="0" u="none" strike="noStrike">
                <a:solidFill>
                  <a:srgbClr val="1E2226"/>
                </a:solidFill>
                <a:latin typeface="+mj-lt"/>
              </a:rPr>
              <a:t>Worst-case CPU budget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CPU %</c:v>
                </c:pt>
              </c:strCache>
            </c:strRef>
          </c:tx>
          <c:spPr>
            <a:solidFill>
              <a:srgbClr val="1F5C45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C454D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Fader loop (1 kHz)</c:v>
                </c:pt>
                <c:pt idx="1">
                  <c:v>Pedal + switches</c:v>
                </c:pt>
                <c:pt idx="2">
                  <c:v>MIDI RX/TX ISR</c:v>
                </c:pt>
                <c:pt idx="3">
                  <c:v>Parser/merge</c:v>
                </c:pt>
                <c:pt idx="4">
                  <c:v>Tick, scheduler, LCD</c:v>
                </c:pt>
                <c:pt idx="5">
                  <c:v>Spare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</c:v>
                </c:pt>
                <c:pt idx="1">
                  <c:v>12</c:v>
                </c:pt>
                <c:pt idx="2">
                  <c:v>25</c:v>
                </c:pt>
                <c:pt idx="3">
                  <c:v>21</c:v>
                </c:pt>
                <c:pt idx="4">
                  <c:v>4</c:v>
                </c:pt>
                <c:pt idx="5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1C-E64D-96A2-7D50C4D6B3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C454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0062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~40 s. Both: introduce yourselves. SW lead: what the device does, inputs/outputs. AE lead: ownership split.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~60 s. Walk inputs left, outputs right. Point out: '165 + MCP3008 share SCLK and /CS (saves 2 pins); MIDI IN is galvanically isolated per MIDI 1.0; motor on a separate 12 V rail with single-point ground at the driver.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~60 s. ISRs only move bytes and set flags; the main loop does the work.</a:t>
            </a:r>
          </a:p>
          <a:p>
            <a:r>
              <a:rPr lang="en-US"/>
              <a:t>Worst case: full-speed MIDI both ways plus the 1 kHz fader loop.</a:t>
            </a:r>
          </a:p>
          <a:p>
            <a:r>
              <a:rPr lang="en-US"/>
              <a:t>MIDI takes just under half (25% interrupts + 21% parsing), fader 24%, everything else 16%, 14% spare.</a:t>
            </a:r>
          </a:p>
          <a:p>
            <a:r>
              <a:rPr lang="en-US"/>
              <a:t>Debug output adds ~39%, so it's off in the worst case.</a:t>
            </a:r>
          </a:p>
          <a:p>
            <a:r>
              <a:rPr lang="en-US"/>
              <a:t>Need more headroom? X2 mode doubles the CPU and moves PWM to 21.6 kHz; recheck LCD timing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~50 s. Two tracks run in parallel weeks 4–5 (SW: M4, AE: M6).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~50 s. Close with: minimum demo is reachable by week 3; every target milestone is independently demonstrable. Then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chemeClr val="tx2"/>
                </a:solidFill>
              </a:rPr>
              <a:t>MIDI Foot Controller for Reaper  ·  Travis Nagle &amp; Nathan Cohen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8778240" y="64008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chemeClr val="tx2"/>
                </a:solidFill>
              </a:rPr>
              <a:t>Oct 19, 2026  ·  Slide</a:t>
            </a:r>
            <a:endParaRPr lang="en-US" sz="1100"/>
          </a:p>
        </p:txBody>
      </p:sp>
      <p:sp>
        <p:nvSpPr>
          <p:cNvPr id="5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30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114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9CED3"/>
                </a:solidFill>
              </a:rPr>
              <a:t>MIDI Foot Controller for Reaper  ·  Travis Nagle &amp; Nathan Cohen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8778240" y="64008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C9CED3"/>
                </a:solidFill>
              </a:rPr>
              <a:t>Oct 19, 2026  ·  Slide</a:t>
            </a:r>
            <a:endParaRPr lang="en-US" sz="11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114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C9CED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114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9FD1B8"/>
                </a:solidFill>
              </a:rPr>
              <a:t>ECEN 5613 · Final Project · Preliminary Design Review</a:t>
            </a:r>
            <a:endParaRPr lang="en-US" sz="140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MIDI Foot Controller for Reaper</a:t>
            </a:r>
            <a:endParaRPr lang="en-US" sz="4000"/>
          </a:p>
        </p:txBody>
      </p:sp>
      <p:sp>
        <p:nvSpPr>
          <p:cNvPr id="4" name="Text 2"/>
          <p:cNvSpPr txBox="1"/>
          <p:nvPr/>
        </p:nvSpPr>
        <p:spPr>
          <a:xfrm>
            <a:off x="457200" y="1645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D8DCE0"/>
                </a:solidFill>
              </a:rPr>
              <a:t>An 8051-based MIDI foot controller with a motorized fader that stays in sync with the DAW</a:t>
            </a:r>
            <a:endParaRPr lang="en-US" sz="1800"/>
          </a:p>
        </p:txBody>
      </p:sp>
      <p:sp>
        <p:nvSpPr>
          <p:cNvPr id="5" name="Shape 3"/>
          <p:cNvSpPr/>
          <p:nvPr/>
        </p:nvSpPr>
        <p:spPr>
          <a:xfrm>
            <a:off x="457200" y="2514600"/>
            <a:ext cx="3520440" cy="2377440"/>
          </a:xfrm>
          <a:prstGeom prst="rect">
            <a:avLst/>
          </a:prstGeom>
          <a:solidFill>
            <a:srgbClr val="2A3036"/>
          </a:solidFill>
          <a:ln w="12700">
            <a:solidFill>
              <a:srgbClr val="2A30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85800" y="2651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E8A97F"/>
                </a:solidFill>
              </a:rPr>
              <a:t>Inputs</a:t>
            </a:r>
            <a:endParaRPr lang="en-US" sz="1800"/>
          </a:p>
        </p:txBody>
      </p:sp>
      <p:sp>
        <p:nvSpPr>
          <p:cNvPr id="7" name="Text 5"/>
          <p:cNvSpPr txBox="1"/>
          <p:nvPr/>
        </p:nvSpPr>
        <p:spPr>
          <a:xfrm>
            <a:off x="685800" y="310896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>
                <a:solidFill>
                  <a:schemeClr val="bg1"/>
                </a:solidFill>
              </a:rPr>
              <a:t>4 footswitches</a:t>
            </a:r>
            <a:endParaRPr lang="en-US" sz="15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>
                <a:solidFill>
                  <a:schemeClr val="bg1"/>
                </a:solidFill>
              </a:rPr>
              <a:t>Expression pedal (TRS)</a:t>
            </a:r>
            <a:endParaRPr lang="en-US" sz="15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>
                <a:solidFill>
                  <a:schemeClr val="bg1"/>
                </a:solidFill>
              </a:rPr>
              <a:t>Motorized fader position</a:t>
            </a:r>
            <a:endParaRPr lang="en-US" sz="15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>
                <a:solidFill>
                  <a:schemeClr val="bg1"/>
                </a:solidFill>
              </a:rPr>
              <a:t>MIDI IN (opto-isolated)</a:t>
            </a:r>
            <a:endParaRPr lang="en-US" sz="1500"/>
          </a:p>
        </p:txBody>
      </p:sp>
      <p:sp>
        <p:nvSpPr>
          <p:cNvPr id="8" name="Shape 6"/>
          <p:cNvSpPr/>
          <p:nvPr/>
        </p:nvSpPr>
        <p:spPr>
          <a:xfrm>
            <a:off x="4251960" y="2514600"/>
            <a:ext cx="3520440" cy="2377440"/>
          </a:xfrm>
          <a:prstGeom prst="rect">
            <a:avLst/>
          </a:prstGeom>
          <a:solidFill>
            <a:srgbClr val="2A3036"/>
          </a:solidFill>
          <a:ln w="12700">
            <a:solidFill>
              <a:srgbClr val="2A30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480560" y="2651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E8A97F"/>
                </a:solidFill>
              </a:rPr>
              <a:t>Outputs</a:t>
            </a:r>
            <a:endParaRPr lang="en-US" sz="1800"/>
          </a:p>
        </p:txBody>
      </p:sp>
      <p:sp>
        <p:nvSpPr>
          <p:cNvPr id="10" name="Text 8"/>
          <p:cNvSpPr txBox="1"/>
          <p:nvPr/>
        </p:nvSpPr>
        <p:spPr>
          <a:xfrm>
            <a:off x="4480560" y="310896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>
                <a:solidFill>
                  <a:schemeClr val="bg1"/>
                </a:solidFill>
              </a:rPr>
              <a:t>MIDI OUT → USB-MIDI → Reaper</a:t>
            </a:r>
            <a:endParaRPr lang="en-US" sz="15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>
                <a:solidFill>
                  <a:schemeClr val="bg1"/>
                </a:solidFill>
              </a:rPr>
              <a:t>Fader motor (closed-loop)</a:t>
            </a:r>
            <a:endParaRPr lang="en-US" sz="15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>
                <a:solidFill>
                  <a:schemeClr val="bg1"/>
                </a:solidFill>
              </a:rPr>
              <a:t>LCD status + presets</a:t>
            </a:r>
            <a:endParaRPr lang="en-US" sz="15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>
                <a:solidFill>
                  <a:schemeClr val="bg1"/>
                </a:solidFill>
              </a:rPr>
              <a:t>Debug serial port</a:t>
            </a:r>
            <a:endParaRPr lang="en-US" sz="1500"/>
          </a:p>
        </p:txBody>
      </p:sp>
      <p:sp>
        <p:nvSpPr>
          <p:cNvPr id="11" name="Shape 9"/>
          <p:cNvSpPr/>
          <p:nvPr/>
        </p:nvSpPr>
        <p:spPr>
          <a:xfrm>
            <a:off x="8046720" y="2514600"/>
            <a:ext cx="3685032" cy="2377440"/>
          </a:xfrm>
          <a:prstGeom prst="rect">
            <a:avLst/>
          </a:prstGeom>
          <a:solidFill>
            <a:srgbClr val="2A3036"/>
          </a:solidFill>
          <a:ln w="12700">
            <a:solidFill>
              <a:srgbClr val="2A30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275320" y="26517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9FD1B8"/>
                </a:solidFill>
              </a:rPr>
              <a:t>Team &amp; ownership</a:t>
            </a:r>
            <a:endParaRPr lang="en-US" sz="1800"/>
          </a:p>
        </p:txBody>
      </p:sp>
      <p:sp>
        <p:nvSpPr>
          <p:cNvPr id="13" name="Text 11"/>
          <p:cNvSpPr txBox="1"/>
          <p:nvPr/>
        </p:nvSpPr>
        <p:spPr>
          <a:xfrm>
            <a:off x="8275320" y="3108960"/>
            <a:ext cx="329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>
                <a:solidFill>
                  <a:schemeClr val="bg1"/>
                </a:solidFill>
              </a:rPr>
              <a:t>Travis Nagle - MIDI &amp; Interface lead</a:t>
            </a:r>
            <a:endParaRPr lang="en-US" sz="14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>
                <a:solidFill>
                  <a:srgbClr val="C9CED3"/>
                </a:solidFill>
              </a:rPr>
              <a:t>M2 debug + switches, M4 MIDI IN/merge, M5 LCD/presets</a:t>
            </a:r>
            <a:endParaRPr lang="en-US" sz="1400"/>
          </a:p>
          <a:p>
            <a:pPr marL="0" indent="0">
              <a:buNone/>
            </a:pPr>
            <a:r>
              <a:rPr lang="en-US" sz="600">
                <a:solidFill>
                  <a:schemeClr val="bg1"/>
                </a:solidFill>
              </a:rPr>
              <a:t> </a:t>
            </a:r>
            <a:endParaRPr lang="en-US" sz="1400"/>
          </a:p>
          <a:p>
            <a:r>
              <a:rPr lang="en-US" sz="1400" b="1">
                <a:solidFill>
                  <a:schemeClr val="bg1"/>
                </a:solidFill>
              </a:rPr>
              <a:t>Nathan Cohen - Analog &amp; Control lead</a:t>
            </a:r>
            <a:endParaRPr lang="en-US" sz="14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>
                <a:solidFill>
                  <a:srgbClr val="C9CED3"/>
                </a:solidFill>
              </a:rPr>
              <a:t>M3 pedal/ADC, M6 motorized fader</a:t>
            </a:r>
            <a:endParaRPr lang="en-US" sz="1400"/>
          </a:p>
          <a:p>
            <a:pPr marL="0" indent="0">
              <a:buNone/>
            </a:pPr>
            <a:r>
              <a:rPr lang="en-US" sz="600">
                <a:solidFill>
                  <a:schemeClr val="bg1"/>
                </a:solidFill>
              </a:rPr>
              <a:t> </a:t>
            </a:r>
            <a:endParaRPr lang="en-US" sz="1400"/>
          </a:p>
          <a:p>
            <a:pPr marL="0" indent="0">
              <a:buNone/>
            </a:pPr>
            <a:r>
              <a:rPr lang="en-US" sz="1400" b="1">
                <a:solidFill>
                  <a:schemeClr val="bg1"/>
                </a:solidFill>
              </a:rPr>
              <a:t>Joint: M1 MIDI OUT</a:t>
            </a:r>
            <a:endParaRPr lang="en-US" sz="1400"/>
          </a:p>
        </p:txBody>
      </p:sp>
      <p:sp>
        <p:nvSpPr>
          <p:cNvPr id="14" name="Text 12"/>
          <p:cNvSpPr txBox="1"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9CED3"/>
                </a:solidFill>
              </a:rPr>
              <a:t>Builds on the Lab 1-3 board: AT89C51RC2 @ 11.0592 MHz, MAX232, bq4011 NVRAM</a:t>
            </a:r>
            <a:endParaRPr lang="en-US" sz="14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114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C9CED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hardware around the existing 8051 board</a:t>
            </a:r>
            <a:endParaRPr lang="en-US" sz="3000"/>
          </a:p>
        </p:txBody>
      </p:sp>
      <p:sp>
        <p:nvSpPr>
          <p:cNvPr id="3" name="legend-new"/>
          <p:cNvSpPr/>
          <p:nvPr/>
        </p:nvSpPr>
        <p:spPr>
          <a:xfrm>
            <a:off x="457200" y="1188720"/>
            <a:ext cx="320040" cy="201168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68680" y="113385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chemeClr val="tx2"/>
                </a:solidFill>
              </a:rPr>
              <a:t>New hardware</a:t>
            </a:r>
            <a:endParaRPr lang="en-US" sz="1200"/>
          </a:p>
        </p:txBody>
      </p:sp>
      <p:sp>
        <p:nvSpPr>
          <p:cNvPr id="5" name="legend-existing"/>
          <p:cNvSpPr/>
          <p:nvPr/>
        </p:nvSpPr>
        <p:spPr>
          <a:xfrm>
            <a:off x="2514600" y="1188720"/>
            <a:ext cx="320040" cy="201168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2926080" y="113385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chemeClr val="tx2"/>
                </a:solidFill>
              </a:rPr>
              <a:t>Existing</a:t>
            </a:r>
            <a:endParaRPr lang="en-US" sz="1200"/>
          </a:p>
        </p:txBody>
      </p:sp>
      <p:sp>
        <p:nvSpPr>
          <p:cNvPr id="7" name="mcu"/>
          <p:cNvSpPr/>
          <p:nvPr/>
        </p:nvSpPr>
        <p:spPr>
          <a:xfrm>
            <a:off x="4572000" y="1691640"/>
            <a:ext cx="3044952" cy="3429000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709160" y="1828800"/>
            <a:ext cx="277063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chemeClr val="tx1"/>
                </a:solidFill>
              </a:rPr>
              <a:t>AT89C51RC2</a:t>
            </a:r>
            <a:endParaRPr lang="en-US" sz="1400"/>
          </a:p>
          <a:p>
            <a:pPr marL="0" indent="0" algn="ctr">
              <a:buNone/>
            </a:pPr>
            <a:r>
              <a:rPr lang="en-US" sz="1200">
                <a:solidFill>
                  <a:schemeClr val="tx2"/>
                </a:solidFill>
              </a:rPr>
              <a:t>existing Lab 1-3 board</a:t>
            </a:r>
            <a:endParaRPr lang="en-US" sz="1400">
              <a:solidFill>
                <a:schemeClr val="tx2"/>
              </a:solidFill>
            </a:endParaRPr>
          </a:p>
          <a:p>
            <a:pPr marL="0" indent="0" algn="ctr">
              <a:buNone/>
            </a:pPr>
            <a:r>
              <a:rPr lang="en-US" sz="800">
                <a:solidFill>
                  <a:schemeClr val="tx1"/>
                </a:solidFill>
              </a:rPr>
              <a:t> </a:t>
            </a:r>
            <a:endParaRPr lang="en-US" sz="1400"/>
          </a:p>
          <a:p>
            <a:pPr marL="0" indent="0" algn="ctr">
              <a:buNone/>
            </a:pPr>
            <a:r>
              <a:rPr lang="en-US" sz="1400">
                <a:solidFill>
                  <a:schemeClr val="tx1"/>
                </a:solidFill>
              </a:rPr>
              <a:t>UART 31,250 baud (Timer 2)</a:t>
            </a:r>
            <a:endParaRPr lang="en-US" sz="1400"/>
          </a:p>
          <a:p>
            <a:pPr marL="0" indent="0" algn="ctr">
              <a:buNone/>
            </a:pPr>
            <a:r>
              <a:rPr lang="en-US" sz="1400">
                <a:solidFill>
                  <a:schemeClr val="tx1"/>
                </a:solidFill>
              </a:rPr>
              <a:t>Soft UART TX 9,600 (Timer 0)</a:t>
            </a:r>
            <a:endParaRPr lang="en-US" sz="1400"/>
          </a:p>
          <a:p>
            <a:pPr marL="0" indent="0" algn="ctr">
              <a:buNone/>
            </a:pPr>
            <a:r>
              <a:rPr lang="en-US" sz="1400"/>
              <a:t>1 </a:t>
            </a:r>
            <a:r>
              <a:rPr lang="en-US" sz="1400" err="1"/>
              <a:t>ms</a:t>
            </a:r>
            <a:r>
              <a:rPr lang="en-US" sz="1400"/>
              <a:t> system tick (Timer 1)</a:t>
            </a:r>
            <a:endParaRPr lang="en-US" sz="1400"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1400">
                <a:solidFill>
                  <a:schemeClr val="tx1"/>
                </a:solidFill>
              </a:rPr>
              <a:t>PCA PWM 10.8 kHz (fader)</a:t>
            </a:r>
            <a:endParaRPr lang="en-US" sz="1400"/>
          </a:p>
          <a:p>
            <a:pPr marL="0" indent="0" algn="ctr">
              <a:buNone/>
            </a:pPr>
            <a:r>
              <a:rPr lang="en-US" sz="1400">
                <a:solidFill>
                  <a:schemeClr val="tx1"/>
                </a:solidFill>
              </a:rPr>
              <a:t>NVRAM presets 0x7F00–0x7FFF</a:t>
            </a: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3291840" cy="82296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66928" y="1874520"/>
            <a:ext cx="3072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chemeClr val="tx1"/>
                </a:solidFill>
              </a:rPr>
              <a:t>Footswitches → 74HC165</a:t>
            </a:r>
            <a:endParaRPr lang="en-US" sz="1400"/>
          </a:p>
          <a:p>
            <a:pPr marL="0" indent="0">
              <a:buNone/>
            </a:pPr>
            <a:r>
              <a:rPr lang="en-US" sz="1200">
                <a:solidFill>
                  <a:schemeClr val="tx2"/>
                </a:solidFill>
              </a:rPr>
              <a:t>M2 · PISO, shares SCLK and /CS with ADC</a:t>
            </a:r>
            <a:endParaRPr lang="en-US" sz="1200">
              <a:solidFill>
                <a:schemeClr val="tx2"/>
              </a:solidFill>
              <a:ea typeface="Calibri"/>
              <a:cs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3291840" cy="82296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66928" y="3017520"/>
            <a:ext cx="3072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chemeClr val="tx1"/>
                </a:solidFill>
              </a:rPr>
              <a:t>Pedal + fader → MCP3008</a:t>
            </a:r>
            <a:endParaRPr lang="en-US" sz="1400"/>
          </a:p>
          <a:p>
            <a:pPr marL="0" indent="0">
              <a:buNone/>
            </a:pPr>
            <a:r>
              <a:rPr lang="en-US" sz="1200">
                <a:solidFill>
                  <a:schemeClr val="tx2"/>
                </a:solidFill>
              </a:rPr>
              <a:t>M3 · 10-bit SPI ADC, CH0 pedal, CH1 fader</a:t>
            </a:r>
            <a:endParaRPr lang="en-US" sz="1200">
              <a:solidFill>
                <a:schemeClr val="tx2"/>
              </a:solidFill>
              <a:ea typeface="Calibri"/>
              <a:cs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3291840" cy="82296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66928" y="4160520"/>
            <a:ext cx="3072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/>
              <a:t>MIDI IN → 6N138 </a:t>
            </a:r>
            <a:r>
              <a:rPr lang="en-US" sz="1400" b="1" err="1"/>
              <a:t>opto</a:t>
            </a:r>
            <a:endParaRPr lang="en-US" sz="1400" err="1"/>
          </a:p>
          <a:p>
            <a:pPr marL="0" indent="0">
              <a:buNone/>
            </a:pPr>
            <a:r>
              <a:rPr lang="en-US" sz="1200">
                <a:solidFill>
                  <a:schemeClr val="tx2"/>
                </a:solidFill>
              </a:rPr>
              <a:t>M4 · RXD via RUN / PC jumper</a:t>
            </a:r>
            <a:endParaRPr lang="en-US" sz="1200">
              <a:solidFill>
                <a:schemeClr val="tx2"/>
              </a:solidFill>
              <a:ea typeface="Calibri"/>
              <a:cs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749040" y="2240280"/>
            <a:ext cx="8229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749040" y="3383280"/>
            <a:ext cx="8229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749040" y="4526280"/>
            <a:ext cx="8229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439912" y="1828800"/>
            <a:ext cx="3291840" cy="82296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8549640" y="1874520"/>
            <a:ext cx="3072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chemeClr val="tx1"/>
                </a:solidFill>
              </a:rPr>
              <a:t>MIDI OUT → 74HC125</a:t>
            </a:r>
            <a:endParaRPr lang="en-US" sz="1400"/>
          </a:p>
          <a:p>
            <a:pPr marL="0" indent="0">
              <a:buNone/>
            </a:pPr>
            <a:r>
              <a:rPr lang="en-US" sz="1200">
                <a:solidFill>
                  <a:schemeClr val="tx2"/>
                </a:solidFill>
              </a:rPr>
              <a:t>M1 · TXD → USB-MIDI → Reaper</a:t>
            </a:r>
            <a:endParaRPr lang="en-US" sz="1200">
              <a:solidFill>
                <a:schemeClr val="tx2"/>
              </a:solidFill>
              <a:ea typeface="Calibri"/>
              <a:cs typeface="Calibri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439912" y="2971800"/>
            <a:ext cx="3291840" cy="82296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8549640" y="3017520"/>
            <a:ext cx="3072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chemeClr val="tx1"/>
                </a:solidFill>
              </a:rPr>
              <a:t>SN754410 H-bridge → fader motor</a:t>
            </a:r>
            <a:endParaRPr lang="en-US" sz="1400"/>
          </a:p>
          <a:p>
            <a:pPr marL="0" indent="0">
              <a:buNone/>
            </a:pPr>
            <a:r>
              <a:rPr lang="en-US" sz="1200">
                <a:solidFill>
                  <a:schemeClr val="tx2"/>
                </a:solidFill>
              </a:rPr>
              <a:t>M6 · PWM + 2 </a:t>
            </a:r>
            <a:r>
              <a:rPr lang="en-US" sz="1200" err="1">
                <a:solidFill>
                  <a:schemeClr val="tx2"/>
                </a:solidFill>
              </a:rPr>
              <a:t>dir</a:t>
            </a:r>
            <a:r>
              <a:rPr lang="en-US" sz="1200">
                <a:solidFill>
                  <a:schemeClr val="tx2"/>
                </a:solidFill>
              </a:rPr>
              <a:t>, 12 V USB-PD supply</a:t>
            </a:r>
            <a:endParaRPr lang="en-US" sz="1200">
              <a:solidFill>
                <a:schemeClr val="tx2"/>
              </a:solidFill>
              <a:ea typeface="Calibri"/>
              <a:cs typeface="Calibri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439912" y="4114800"/>
            <a:ext cx="3291840" cy="82296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8549640" y="4160520"/>
            <a:ext cx="3072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chemeClr val="tx1"/>
                </a:solidFill>
              </a:rPr>
              <a:t>Debug: MAX232 ch2 → DB9 #2</a:t>
            </a:r>
            <a:endParaRPr lang="en-US" sz="1400"/>
          </a:p>
          <a:p>
            <a:pPr marL="0" indent="0">
              <a:buNone/>
            </a:pPr>
            <a:r>
              <a:rPr lang="en-US" sz="1200">
                <a:solidFill>
                  <a:schemeClr val="tx2"/>
                </a:solidFill>
              </a:rPr>
              <a:t>M2 · soft UART TX only (DB9 new)</a:t>
            </a:r>
            <a:endParaRPr lang="en-US" sz="1200">
              <a:solidFill>
                <a:schemeClr val="tx2"/>
              </a:solidFill>
              <a:ea typeface="Calibri"/>
              <a:cs typeface="Calibri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616952" y="2240280"/>
            <a:ext cx="8229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616952" y="3383280"/>
            <a:ext cx="8229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616952" y="4526280"/>
            <a:ext cx="8229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937760" y="5349240"/>
            <a:ext cx="2313432" cy="82296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5047488" y="5394960"/>
            <a:ext cx="2093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chemeClr val="tx1"/>
                </a:solidFill>
              </a:rPr>
              <a:t>LCD (Lab 4)</a:t>
            </a:r>
            <a:endParaRPr lang="en-US" sz="1400"/>
          </a:p>
          <a:p>
            <a:pPr marL="0" indent="0">
              <a:buNone/>
            </a:pPr>
            <a:r>
              <a:rPr lang="en-US" sz="1200">
                <a:solidFill>
                  <a:schemeClr val="tx2"/>
                </a:solidFill>
              </a:rPr>
              <a:t>M5 · status, preset menu</a:t>
            </a:r>
            <a:endParaRPr lang="en-US" sz="1200">
              <a:solidFill>
                <a:schemeClr val="tx2"/>
              </a:solidFill>
              <a:ea typeface="Calibri"/>
              <a:cs typeface="Calibri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094476" y="5120640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7863840" y="5349240"/>
            <a:ext cx="3867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chemeClr val="tx2"/>
                </a:solidFill>
              </a:rPr>
              <a:t>Single-UART constraint: </a:t>
            </a:r>
            <a:r>
              <a:rPr lang="en-US" sz="1200">
                <a:solidFill>
                  <a:schemeClr val="tx2"/>
                </a:solidFill>
              </a:rPr>
              <a:t>TXD fans out to MAX232 + MIDI OUT; RXD selected by jumper (MIDI / PC for FLIP); debug moved to a soft UART.</a:t>
            </a:r>
            <a:endParaRPr lang="en-US" sz="1200"/>
          </a:p>
        </p:txBody>
      </p:sp>
      <p:sp>
        <p:nvSpPr>
          <p:cNvPr id="31" name="Text 29"/>
          <p:cNvSpPr txBox="1"/>
          <p:nvPr/>
        </p:nvSpPr>
        <p:spPr>
          <a:xfrm>
            <a:off x="457200" y="53492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chemeClr val="tx2"/>
                </a:solidFill>
              </a:rPr>
              <a:t>11 free port pins → 9 allocated, 2 reserved for Lab 4</a:t>
            </a:r>
            <a:endParaRPr lang="en-US" sz="120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114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firmware: interrupts feed a cooperative main loop</a:t>
            </a:r>
            <a:endParaRPr lang="en-US" sz="300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296136" cy="28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>
                <a:solidFill>
                  <a:schemeClr val="accent2"/>
                </a:solidFill>
              </a:rPr>
              <a:t>INTERRUPTS &amp; HARDWARE TIMERS</a:t>
            </a:r>
            <a:endParaRPr lang="en-US" sz="1200">
              <a:solidFill>
                <a:schemeClr val="accent2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700784" cy="105156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66928" y="1581912"/>
            <a:ext cx="148132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chemeClr val="tx1"/>
                </a:solidFill>
              </a:rPr>
              <a:t>UART RX</a:t>
            </a:r>
            <a:endParaRPr lang="en-US" sz="1400"/>
          </a:p>
          <a:p>
            <a:pPr marL="0" indent="0">
              <a:buNone/>
            </a:pPr>
            <a:r>
              <a:rPr lang="en-US" sz="1200">
                <a:solidFill>
                  <a:schemeClr val="tx2"/>
                </a:solidFill>
              </a:rPr>
              <a:t>byte → 32-byte ring buffer; no parsing in ISR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2295144" y="1508760"/>
            <a:ext cx="1700784" cy="105156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2404872" y="1581912"/>
            <a:ext cx="148132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chemeClr val="tx1"/>
                </a:solidFill>
              </a:rPr>
              <a:t>Timer 0 (high)</a:t>
            </a:r>
            <a:endParaRPr lang="en-US" sz="1400"/>
          </a:p>
          <a:p>
            <a:pPr marL="0" indent="0">
              <a:buNone/>
            </a:pPr>
            <a:r>
              <a:rPr lang="en-US" sz="1200">
                <a:solidFill>
                  <a:schemeClr val="tx2"/>
                </a:solidFill>
              </a:rPr>
              <a:t>soft UART TX, 9600 baud debug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4133088" y="1508760"/>
            <a:ext cx="1700784" cy="105156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242816" y="1581912"/>
            <a:ext cx="148132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chemeClr val="tx1"/>
                </a:solidFill>
              </a:rPr>
              <a:t>Timer 1</a:t>
            </a:r>
            <a:endParaRPr lang="en-US" sz="1400"/>
          </a:p>
          <a:p>
            <a:pPr marL="0" indent="0">
              <a:buNone/>
            </a:pPr>
            <a:r>
              <a:rPr lang="en-US" sz="1200">
                <a:solidFill>
                  <a:schemeClr val="tx2"/>
                </a:solidFill>
              </a:rPr>
              <a:t>1 ms tick sets loop flags</a:t>
            </a:r>
            <a:endParaRPr lang="en-US" sz="1400"/>
          </a:p>
        </p:txBody>
      </p:sp>
      <p:sp>
        <p:nvSpPr>
          <p:cNvPr id="10" name="Shape 8"/>
          <p:cNvSpPr/>
          <p:nvPr/>
        </p:nvSpPr>
        <p:spPr>
          <a:xfrm>
            <a:off x="5971032" y="1508760"/>
            <a:ext cx="1700784" cy="105156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080760" y="1581912"/>
            <a:ext cx="148132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chemeClr val="tx1"/>
                </a:solidFill>
              </a:rPr>
              <a:t>PCA (hardware)</a:t>
            </a:r>
            <a:endParaRPr lang="en-US" sz="1400"/>
          </a:p>
          <a:p>
            <a:pPr marL="0" indent="0">
              <a:buNone/>
            </a:pPr>
            <a:r>
              <a:rPr lang="en-US" sz="1200">
                <a:solidFill>
                  <a:schemeClr val="tx2"/>
                </a:solidFill>
              </a:rPr>
              <a:t>8-bit PWM to H-bridge, no CPU cost</a:t>
            </a:r>
            <a:endParaRPr lang="en-US" sz="1400"/>
          </a:p>
        </p:txBody>
      </p:sp>
      <p:sp>
        <p:nvSpPr>
          <p:cNvPr id="12" name="Shape 10"/>
          <p:cNvSpPr/>
          <p:nvPr/>
        </p:nvSpPr>
        <p:spPr>
          <a:xfrm>
            <a:off x="4067048" y="2606040"/>
            <a:ext cx="0" cy="50292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5720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chemeClr val="accent2"/>
                </a:solidFill>
              </a:rPr>
              <a:t>MAIN-LOOP MODULES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1700784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66928" y="3319272"/>
            <a:ext cx="148132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chemeClr val="tx1"/>
                </a:solidFill>
              </a:rPr>
              <a:t>MIDI parser</a:t>
            </a:r>
            <a:endParaRPr lang="en-US" sz="1400"/>
          </a:p>
          <a:p>
            <a:pPr marL="0" indent="0">
              <a:buNone/>
            </a:pPr>
            <a:r>
              <a:rPr lang="en-US" sz="1200">
                <a:solidFill>
                  <a:schemeClr val="tx2"/>
                </a:solidFill>
              </a:rPr>
              <a:t>status/data state machine, running status, real-time bytes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2295144" y="3246120"/>
            <a:ext cx="1700784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2404872" y="3319272"/>
            <a:ext cx="148132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chemeClr val="tx1"/>
                </a:solidFill>
              </a:rPr>
              <a:t>Merge + filter</a:t>
            </a:r>
            <a:endParaRPr lang="en-US" sz="1400"/>
          </a:p>
          <a:p>
            <a:pPr marL="0" indent="0">
              <a:buNone/>
            </a:pPr>
            <a:r>
              <a:rPr lang="en-US" sz="1200">
                <a:solidFill>
                  <a:schemeClr val="tx2"/>
                </a:solidFill>
              </a:rPr>
              <a:t>interleave local msgs at boundaries; table filter; loop prevention</a:t>
            </a:r>
            <a:endParaRPr lang="en-US" sz="1400"/>
          </a:p>
        </p:txBody>
      </p:sp>
      <p:sp>
        <p:nvSpPr>
          <p:cNvPr id="18" name="Shape 16"/>
          <p:cNvSpPr/>
          <p:nvPr/>
        </p:nvSpPr>
        <p:spPr>
          <a:xfrm>
            <a:off x="4133088" y="3246120"/>
            <a:ext cx="1700784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4242816" y="3319272"/>
            <a:ext cx="148132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chemeClr val="tx1"/>
                </a:solidFill>
              </a:rPr>
              <a:t>Switch scan</a:t>
            </a:r>
            <a:endParaRPr lang="en-US" sz="1400"/>
          </a:p>
          <a:p>
            <a:pPr marL="0" indent="0">
              <a:buNone/>
            </a:pPr>
            <a:r>
              <a:rPr lang="en-US" sz="1200">
                <a:solidFill>
                  <a:schemeClr val="tx2"/>
                </a:solidFill>
              </a:rPr>
              <a:t>'165 read, 20 ms debounce → CC / MCU transport notes</a:t>
            </a:r>
            <a:endParaRPr lang="en-US" sz="1400"/>
          </a:p>
        </p:txBody>
      </p:sp>
      <p:sp>
        <p:nvSpPr>
          <p:cNvPr id="20" name="Shape 18"/>
          <p:cNvSpPr/>
          <p:nvPr/>
        </p:nvSpPr>
        <p:spPr>
          <a:xfrm>
            <a:off x="5971032" y="3246120"/>
            <a:ext cx="1700784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080760" y="3319272"/>
            <a:ext cx="148132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chemeClr val="tx1"/>
                </a:solidFill>
              </a:rPr>
              <a:t>Pedal</a:t>
            </a:r>
            <a:endParaRPr lang="en-US" sz="1400"/>
          </a:p>
          <a:p>
            <a:pPr marL="0" indent="0">
              <a:buNone/>
            </a:pPr>
            <a:r>
              <a:rPr lang="en-US" sz="1200">
                <a:solidFill>
                  <a:schemeClr val="tx2"/>
                </a:solidFill>
              </a:rPr>
              <a:t>8-sample average, calibration, hysteresis → CC 0–127</a:t>
            </a:r>
            <a:endParaRPr lang="en-US" sz="1400"/>
          </a:p>
        </p:txBody>
      </p:sp>
      <p:sp>
        <p:nvSpPr>
          <p:cNvPr id="22" name="Shape 20"/>
          <p:cNvSpPr/>
          <p:nvPr/>
        </p:nvSpPr>
        <p:spPr>
          <a:xfrm>
            <a:off x="457200" y="4663440"/>
            <a:ext cx="1700784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566928" y="4736592"/>
            <a:ext cx="148132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chemeClr val="tx1"/>
                </a:solidFill>
              </a:rPr>
              <a:t>Fader control</a:t>
            </a:r>
            <a:endParaRPr lang="en-US" sz="1400"/>
          </a:p>
          <a:p>
            <a:pPr marL="0" indent="0">
              <a:buNone/>
            </a:pPr>
            <a:r>
              <a:rPr lang="en-US" sz="1200">
                <a:solidFill>
                  <a:schemeClr val="tx2"/>
                </a:solidFill>
              </a:rPr>
              <a:t>1 kHz PD loop, deadband brake, 1 s stall timeout</a:t>
            </a:r>
            <a:endParaRPr lang="en-US" sz="1400"/>
          </a:p>
        </p:txBody>
      </p:sp>
      <p:sp>
        <p:nvSpPr>
          <p:cNvPr id="24" name="Shape 22"/>
          <p:cNvSpPr/>
          <p:nvPr/>
        </p:nvSpPr>
        <p:spPr>
          <a:xfrm>
            <a:off x="2295144" y="4663440"/>
            <a:ext cx="1700784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2404872" y="4736592"/>
            <a:ext cx="148132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chemeClr val="tx1"/>
                </a:solidFill>
              </a:rPr>
              <a:t>MCU link</a:t>
            </a:r>
            <a:endParaRPr lang="en-US" sz="1400"/>
          </a:p>
          <a:p>
            <a:pPr marL="0" indent="0">
              <a:buNone/>
            </a:pPr>
            <a:r>
              <a:rPr lang="en-US" sz="1200">
                <a:solidFill>
                  <a:schemeClr val="tx2"/>
                </a:solidFill>
              </a:rPr>
              <a:t>14-bit pitch bend both ways with Reaper</a:t>
            </a:r>
            <a:endParaRPr lang="en-US" sz="1400"/>
          </a:p>
        </p:txBody>
      </p:sp>
      <p:sp>
        <p:nvSpPr>
          <p:cNvPr id="26" name="Shape 24"/>
          <p:cNvSpPr/>
          <p:nvPr/>
        </p:nvSpPr>
        <p:spPr>
          <a:xfrm>
            <a:off x="4133088" y="4663440"/>
            <a:ext cx="1700784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4242816" y="4736592"/>
            <a:ext cx="148132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chemeClr val="tx1"/>
                </a:solidFill>
              </a:rPr>
              <a:t>Presets + LCD</a:t>
            </a:r>
            <a:endParaRPr lang="en-US" sz="1400"/>
          </a:p>
          <a:p>
            <a:pPr marL="0" indent="0">
              <a:buNone/>
            </a:pPr>
            <a:r>
              <a:rPr lang="en-US" sz="1200">
                <a:solidFill>
                  <a:schemeClr val="tx2"/>
                </a:solidFill>
              </a:rPr>
              <a:t>NVRAM records with checksum; long-press edit menu</a:t>
            </a:r>
            <a:endParaRPr lang="en-US" sz="1400"/>
          </a:p>
        </p:txBody>
      </p:sp>
      <p:sp>
        <p:nvSpPr>
          <p:cNvPr id="28" name="Shape 26"/>
          <p:cNvSpPr/>
          <p:nvPr/>
        </p:nvSpPr>
        <p:spPr>
          <a:xfrm>
            <a:off x="5971032" y="4663440"/>
            <a:ext cx="1700784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6080760" y="4736592"/>
            <a:ext cx="148132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chemeClr val="tx1"/>
                </a:solidFill>
              </a:rPr>
              <a:t>Drivers</a:t>
            </a:r>
            <a:endParaRPr lang="en-US" sz="1400"/>
          </a:p>
          <a:p>
            <a:pPr marL="0" indent="0">
              <a:buNone/>
            </a:pPr>
            <a:r>
              <a:rPr lang="en-US" sz="1200">
                <a:solidFill>
                  <a:schemeClr val="tx2"/>
                </a:solidFill>
              </a:rPr>
              <a:t>Timer 2 UART, hardware SPI, bit-banged ‘165, soft UART, debug log</a:t>
            </a:r>
            <a:endParaRPr lang="en-US" sz="1400"/>
          </a:p>
        </p:txBody>
      </p:sp>
      <p:graphicFrame>
        <p:nvGraphicFramePr>
          <p:cNvPr id="30" name="Chart 0"/>
          <p:cNvGraphicFramePr/>
          <p:nvPr>
            <p:extLst>
              <p:ext uri="{D42A27DB-BD31-4B8C-83A1-F6EECF244321}">
                <p14:modId xmlns:p14="http://schemas.microsoft.com/office/powerpoint/2010/main" val="1424979071"/>
              </p:ext>
            </p:extLst>
          </p:nvPr>
        </p:nvGraphicFramePr>
        <p:xfrm>
          <a:off x="7918113" y="1190778"/>
          <a:ext cx="3959352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1" name="Text 28"/>
          <p:cNvSpPr txBox="1"/>
          <p:nvPr/>
        </p:nvSpPr>
        <p:spPr>
          <a:xfrm>
            <a:off x="7772400" y="5120640"/>
            <a:ext cx="3959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chemeClr val="tx2"/>
                </a:solidFill>
              </a:rPr>
              <a:t>Primary firmware complexity: MIDI IN parse + merge/filter at up to 3,125 B/s alongside the 1 kHz fader loop. Debug output adds ~39%.</a:t>
            </a:r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114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Milestones: each one independently demonstrable</a:t>
            </a:r>
            <a:endParaRPr lang="en-US" sz="300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7095315"/>
              </p:ext>
            </p:extLst>
          </p:nvPr>
        </p:nvGraphicFramePr>
        <p:xfrm>
          <a:off x="457200" y="1188720"/>
          <a:ext cx="11274552" cy="4672584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39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Dates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Acceptance test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MIDI OUT: Timer 2 UART, 74HC125 driver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Both</a:t>
                      </a: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Wk</a:t>
                      </a:r>
                      <a:r>
                        <a:rPr lang="en-US" sz="13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 1-2 (10/19–11/1)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 On/Off in MIDI-OX; Reaper synth plays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chemeClr val="tx1"/>
                          </a:solidFill>
                        </a:rPr>
                        <a:t>74HC125, DIN jacks and USB-MIDI interface to order</a:t>
                      </a:r>
                      <a:endParaRPr lang="en-US" b="0" i="0" u="none" strike="noStrike" noProof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 port + footswitches ('165)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TN</a:t>
                      </a: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Wk</a:t>
                      </a:r>
                      <a:r>
                        <a:rPr lang="en-US" sz="13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 2-3 (to 11/8)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FS1 toggles Reaper record; debug logs event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baseline="0" noProof="0">
                          <a:solidFill>
                            <a:srgbClr val="1E2226"/>
                          </a:solidFill>
                          <a:latin typeface="Calibri"/>
                          <a:ea typeface="Calibri"/>
                          <a:cs typeface="Calibri"/>
                        </a:rPr>
                        <a:t>74HC165, footswitches, and DB9 to order</a:t>
                      </a: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Expression pedal via MCP3008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NC</a:t>
                      </a: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3 (11/2–11/8)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travel → CC 0–127; no messages at rest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chemeClr val="tx1"/>
                          </a:solidFill>
                        </a:rPr>
                        <a:t>MCP3008 and TRS jack to order</a:t>
                      </a:r>
                      <a:endParaRPr lang="en-US" b="0" i="0" u="none" strike="noStrike" noProof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MIDI IN, merge, filter (6N138)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TN</a:t>
                      </a: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Wk</a:t>
                      </a:r>
                      <a:r>
                        <a:rPr lang="en-US" sz="13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 3-5 (to 11/22)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Pass-through with footswitch traffic, zero drops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chemeClr val="tx1"/>
                          </a:solidFill>
                        </a:rPr>
                        <a:t>6N138 and 1N4148 to order</a:t>
                      </a:r>
                      <a:endParaRPr lang="en-US" b="0" i="0" u="none" strike="noStrike" noProof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LCD, presets, menu (NVRAM)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TN</a:t>
                      </a: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6 (11/23–11/29)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preset by footswitch; survives power cycle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Waiting on Lab 4 LCD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M6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Motorized fader, PD loop, MCU link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NC</a:t>
                      </a: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Wk</a:t>
                      </a:r>
                      <a:r>
                        <a:rPr lang="en-US" sz="13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 2-6 (to 11/29)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Fader tracks Reaper in 1 s, ±1 mm, no oscillation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chemeClr val="tx1"/>
                          </a:solidFill>
                        </a:rPr>
                        <a:t>Fader and USB-PD module on hand; SN754410 to order</a:t>
                      </a:r>
                      <a:endParaRPr lang="en-US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M7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Stretch: tempo sync or 2nd fader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Wk</a:t>
                      </a:r>
                      <a:r>
                        <a:rPr lang="en-US" sz="13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 6 if ahead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8554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chemeClr val="tx2"/>
                </a:solidFill>
              </a:rPr>
              <a:t>Key dates: </a:t>
            </a:r>
            <a:r>
              <a:rPr lang="en-US" sz="1400">
                <a:solidFill>
                  <a:schemeClr val="tx2"/>
                </a:solidFill>
              </a:rPr>
              <a:t>order all parts Tue 10/20 · TA progress check week 3 · feature freeze Mon 11/30 · demo Fri 12/4</a:t>
            </a:r>
            <a:endParaRPr lang="en-US" sz="14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114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Deliverables, fallback plan, and open risks</a:t>
            </a:r>
            <a:endParaRPr lang="en-US" sz="300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394960" cy="88696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94360" y="1307592"/>
            <a:ext cx="1280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chemeClr val="accent2"/>
                </a:solidFill>
              </a:rPr>
              <a:t>Minimum</a:t>
            </a:r>
            <a:endParaRPr lang="en-US" sz="1800"/>
          </a:p>
          <a:p>
            <a:pPr marL="0" indent="0">
              <a:buNone/>
            </a:pPr>
            <a:r>
              <a:rPr lang="en-US" sz="1200">
                <a:solidFill>
                  <a:schemeClr val="tx2"/>
                </a:solidFill>
              </a:rPr>
              <a:t>M1–M2</a:t>
            </a:r>
            <a:endParaRPr lang="en-US" sz="1800"/>
          </a:p>
        </p:txBody>
      </p:sp>
      <p:sp>
        <p:nvSpPr>
          <p:cNvPr id="5" name="Text 3"/>
          <p:cNvSpPr txBox="1"/>
          <p:nvPr/>
        </p:nvSpPr>
        <p:spPr>
          <a:xfrm>
            <a:off x="1920240" y="1307592"/>
            <a:ext cx="37947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chemeClr val="tx1"/>
                </a:solidFill>
              </a:rPr>
              <a:t>Footswitch control of Reaper over MIDI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457200" y="2258568"/>
            <a:ext cx="5394960" cy="886968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94360" y="2331720"/>
            <a:ext cx="1280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chemeClr val="accent2"/>
                </a:solidFill>
              </a:rPr>
              <a:t>Target</a:t>
            </a:r>
            <a:endParaRPr lang="en-US" sz="1800"/>
          </a:p>
          <a:p>
            <a:pPr marL="0" indent="0">
              <a:buNone/>
            </a:pPr>
            <a:r>
              <a:rPr lang="en-US" sz="1200">
                <a:solidFill>
                  <a:schemeClr val="tx2"/>
                </a:solidFill>
              </a:rPr>
              <a:t>M1–M6</a:t>
            </a:r>
            <a:endParaRPr lang="en-US" sz="1800"/>
          </a:p>
        </p:txBody>
      </p:sp>
      <p:sp>
        <p:nvSpPr>
          <p:cNvPr id="8" name="Text 6"/>
          <p:cNvSpPr txBox="1"/>
          <p:nvPr/>
        </p:nvSpPr>
        <p:spPr>
          <a:xfrm>
            <a:off x="1920240" y="2331720"/>
            <a:ext cx="37947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chemeClr val="tx1"/>
                </a:solidFill>
              </a:rPr>
              <a:t>+ pedal, MIDI IN merge/filter, LCD presets, motorized fader</a:t>
            </a: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457200" y="3282696"/>
            <a:ext cx="5394960" cy="88696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94360" y="3355848"/>
            <a:ext cx="1280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chemeClr val="accent2"/>
                </a:solidFill>
              </a:rPr>
              <a:t>Stretch</a:t>
            </a:r>
            <a:endParaRPr lang="en-US" sz="1800"/>
          </a:p>
          <a:p>
            <a:pPr marL="0" indent="0">
              <a:buNone/>
            </a:pPr>
            <a:r>
              <a:rPr lang="en-US" sz="1200">
                <a:solidFill>
                  <a:schemeClr val="tx2"/>
                </a:solidFill>
              </a:rPr>
              <a:t>M7</a:t>
            </a:r>
            <a:endParaRPr lang="en-US" sz="1800"/>
          </a:p>
        </p:txBody>
      </p:sp>
      <p:sp>
        <p:nvSpPr>
          <p:cNvPr id="11" name="Text 9"/>
          <p:cNvSpPr txBox="1"/>
          <p:nvPr/>
        </p:nvSpPr>
        <p:spPr>
          <a:xfrm>
            <a:off x="1920240" y="3355848"/>
            <a:ext cx="37947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chemeClr val="tx1"/>
                </a:solidFill>
              </a:rPr>
              <a:t>+ MIDI clock tempo sync, or a second motorized fader</a:t>
            </a:r>
            <a:endParaRPr lang="en-US" sz="1400"/>
          </a:p>
        </p:txBody>
      </p:sp>
      <p:sp>
        <p:nvSpPr>
          <p:cNvPr id="12" name="Text 10"/>
          <p:cNvSpPr txBox="1"/>
          <p:nvPr/>
        </p:nvSpPr>
        <p:spPr>
          <a:xfrm>
            <a:off x="45720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chemeClr val="accent1"/>
                </a:solidFill>
              </a:rPr>
              <a:t>FALLBACK</a:t>
            </a:r>
            <a:endParaRPr lang="en-US" sz="1200"/>
          </a:p>
        </p:txBody>
      </p:sp>
      <p:sp>
        <p:nvSpPr>
          <p:cNvPr id="13" name="Text 11"/>
          <p:cNvSpPr txBox="1"/>
          <p:nvPr/>
        </p:nvSpPr>
        <p:spPr>
          <a:xfrm>
            <a:off x="457200" y="4709160"/>
            <a:ext cx="5394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/>
              <a:t>DIN/USB-MIDI fails: MIDI bytes out DB9 #1 at 115,200 baud → Hairless MIDI → </a:t>
            </a:r>
            <a:r>
              <a:rPr lang="en-US" sz="1400" err="1"/>
              <a:t>loopMIDI</a:t>
            </a:r>
            <a:r>
              <a:rPr lang="en-US" sz="1400"/>
              <a:t> → Reaper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/>
              <a:t>Motor control fails: fader still works as an unpowered slider through the ADC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309360" y="12344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chemeClr val="accent1"/>
                </a:solidFill>
              </a:rPr>
              <a:t>OPEN RISKS → MITIGATION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6309360" y="178308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30936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chemeClr val="bg1"/>
                </a:solidFill>
              </a:rPr>
              <a:t>1</a:t>
            </a:r>
            <a:endParaRPr lang="en-US" sz="1100"/>
          </a:p>
        </p:txBody>
      </p:sp>
      <p:sp>
        <p:nvSpPr>
          <p:cNvPr id="17" name="Text 15"/>
          <p:cNvSpPr txBox="1"/>
          <p:nvPr/>
        </p:nvSpPr>
        <p:spPr>
          <a:xfrm>
            <a:off x="6720840" y="1600200"/>
            <a:ext cx="5010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tx1"/>
                </a:solidFill>
              </a:rPr>
              <a:t>Parts lead time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chemeClr val="tx2"/>
                </a:solidFill>
              </a:rPr>
              <a:t>Order all parts 10/20; in-stock substitutes (e.g. TRS jack)</a:t>
            </a:r>
            <a:endParaRPr lang="en-US" sz="1300"/>
          </a:p>
        </p:txBody>
      </p:sp>
      <p:sp>
        <p:nvSpPr>
          <p:cNvPr id="18" name="Shape 16"/>
          <p:cNvSpPr/>
          <p:nvPr/>
        </p:nvSpPr>
        <p:spPr>
          <a:xfrm>
            <a:off x="6309360" y="253288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309360" y="2532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chemeClr val="bg1"/>
                </a:solidFill>
              </a:rPr>
              <a:t>2</a:t>
            </a:r>
            <a:endParaRPr lang="en-US" sz="1100"/>
          </a:p>
        </p:txBody>
      </p:sp>
      <p:sp>
        <p:nvSpPr>
          <p:cNvPr id="20" name="Text 18"/>
          <p:cNvSpPr txBox="1"/>
          <p:nvPr/>
        </p:nvSpPr>
        <p:spPr>
          <a:xfrm>
            <a:off x="6720840" y="2350008"/>
            <a:ext cx="5010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tx1"/>
                </a:solidFill>
              </a:rPr>
              <a:t>One MIDI IN: keyboard (M4) vs Reaper feedback (M6)</a:t>
            </a:r>
            <a:endParaRPr lang="en-US" sz="1300"/>
          </a:p>
          <a:p>
            <a:r>
              <a:rPr lang="en-US" sz="1300">
                <a:solidFill>
                  <a:schemeClr val="tx2"/>
                </a:solidFill>
              </a:rPr>
              <a:t>Demo M4 and M6 with separate cabling; filter notes and pitch bend in MCU mode</a:t>
            </a:r>
            <a:endParaRPr lang="en-US" sz="1300">
              <a:solidFill>
                <a:schemeClr val="tx2"/>
              </a:solidFill>
              <a:ea typeface="Calibri"/>
              <a:cs typeface="Calibri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309360" y="3282696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309360" y="3282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chemeClr val="bg1"/>
                </a:solidFill>
              </a:rPr>
              <a:t>3</a:t>
            </a:r>
            <a:endParaRPr lang="en-US" sz="1100"/>
          </a:p>
        </p:txBody>
      </p:sp>
      <p:sp>
        <p:nvSpPr>
          <p:cNvPr id="23" name="Text 21"/>
          <p:cNvSpPr txBox="1"/>
          <p:nvPr/>
        </p:nvSpPr>
        <p:spPr>
          <a:xfrm>
            <a:off x="6720840" y="3099816"/>
            <a:ext cx="5010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tx1"/>
                </a:solidFill>
              </a:rPr>
              <a:t>Fader fights Reaper feedback</a:t>
            </a:r>
            <a:endParaRPr lang="en-US" sz="1300"/>
          </a:p>
          <a:p>
            <a:r>
              <a:rPr lang="en-US" sz="1300">
                <a:solidFill>
                  <a:schemeClr val="tx2"/>
                </a:solidFill>
              </a:rPr>
              <a:t>Send synthetic MCU touch on user movement and ignore Reaper's fader position while touched</a:t>
            </a:r>
            <a:endParaRPr lang="en-US" sz="1300">
              <a:solidFill>
                <a:schemeClr val="tx2"/>
              </a:solidFill>
              <a:ea typeface="Calibri"/>
              <a:cs typeface="Calibri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309360" y="4032504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309360" y="4032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chemeClr val="bg1"/>
                </a:solidFill>
              </a:rPr>
              <a:t>4</a:t>
            </a:r>
            <a:endParaRPr lang="en-US" sz="1100"/>
          </a:p>
        </p:txBody>
      </p:sp>
      <p:sp>
        <p:nvSpPr>
          <p:cNvPr id="26" name="Text 24"/>
          <p:cNvSpPr txBox="1"/>
          <p:nvPr/>
        </p:nvSpPr>
        <p:spPr>
          <a:xfrm>
            <a:off x="6720840" y="3849624"/>
            <a:ext cx="5010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tx1"/>
                </a:solidFill>
              </a:rPr>
              <a:t>12 V not offered by every USB-PD charger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chemeClr val="tx2"/>
                </a:solidFill>
              </a:rPr>
              <a:t>Verify in-hand charger; 9 V setting is marginal</a:t>
            </a:r>
            <a:endParaRPr lang="en-US" sz="1300"/>
          </a:p>
        </p:txBody>
      </p:sp>
      <p:sp>
        <p:nvSpPr>
          <p:cNvPr id="27" name="Shape 25"/>
          <p:cNvSpPr/>
          <p:nvPr/>
        </p:nvSpPr>
        <p:spPr>
          <a:xfrm>
            <a:off x="6309360" y="4782312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6309360" y="4782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chemeClr val="bg1"/>
                </a:solidFill>
              </a:rPr>
              <a:t>5</a:t>
            </a:r>
            <a:endParaRPr lang="en-US" sz="1100"/>
          </a:p>
        </p:txBody>
      </p:sp>
      <p:sp>
        <p:nvSpPr>
          <p:cNvPr id="29" name="Text 27"/>
          <p:cNvSpPr txBox="1"/>
          <p:nvPr/>
        </p:nvSpPr>
        <p:spPr>
          <a:xfrm>
            <a:off x="6720840" y="4599432"/>
            <a:ext cx="5010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tx1"/>
                </a:solidFill>
              </a:rPr>
              <a:t>10.8 kHz PWM may be audible</a:t>
            </a:r>
            <a:endParaRPr lang="en-US" sz="1300"/>
          </a:p>
          <a:p>
            <a:r>
              <a:rPr lang="en-US" sz="1300">
                <a:solidFill>
                  <a:schemeClr val="tx2"/>
                </a:solidFill>
              </a:rPr>
              <a:t>X2 mode, after rechecking bus timing → 21.6 kHz PWM and 2× CPU</a:t>
            </a:r>
            <a:endParaRPr lang="en-US" sz="1300">
              <a:solidFill>
                <a:schemeClr val="tx2"/>
              </a:solidFill>
              <a:ea typeface="Calibri"/>
              <a:cs typeface="Calibri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309360" y="553212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6309360" y="5532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chemeClr val="bg1"/>
                </a:solidFill>
              </a:rPr>
              <a:t>6</a:t>
            </a:r>
            <a:endParaRPr lang="en-US" sz="1100"/>
          </a:p>
        </p:txBody>
      </p:sp>
      <p:sp>
        <p:nvSpPr>
          <p:cNvPr id="32" name="Text 30"/>
          <p:cNvSpPr txBox="1"/>
          <p:nvPr/>
        </p:nvSpPr>
        <p:spPr>
          <a:xfrm>
            <a:off x="6720840" y="5349240"/>
            <a:ext cx="5010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tx1"/>
                </a:solidFill>
              </a:rPr>
              <a:t>M5 depends on Lab 4 LCD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chemeClr val="tx2"/>
                </a:solidFill>
              </a:rPr>
              <a:t>M5 is firmware-only; slip does not block M6</a:t>
            </a:r>
            <a:endParaRPr lang="en-US" sz="130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114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DI PDR">
  <a:themeElements>
    <a:clrScheme name="MIDI PDR">
      <a:dk1>
        <a:srgbClr val="1E2226"/>
      </a:dk1>
      <a:lt1>
        <a:srgbClr val="FFFFFF"/>
      </a:lt1>
      <a:dk2>
        <a:srgbClr val="3C454D"/>
      </a:dk2>
      <a:lt2>
        <a:srgbClr val="EEF1EF"/>
      </a:lt2>
      <a:accent1>
        <a:srgbClr val="B5541B"/>
      </a:accent1>
      <a:accent2>
        <a:srgbClr val="1F5C45"/>
      </a:accent2>
      <a:accent3>
        <a:srgbClr val="7A8590"/>
      </a:accent3>
      <a:accent4>
        <a:srgbClr val="E9D7CB"/>
      </a:accent4>
      <a:accent5>
        <a:srgbClr val="D5E4DC"/>
      </a:accent5>
      <a:accent6>
        <a:srgbClr val="C99A2E"/>
      </a:accent6>
      <a:hlink>
        <a:srgbClr val="1F5C45"/>
      </a:hlink>
      <a:folHlink>
        <a:srgbClr val="3C454D"/>
      </a:folHlink>
    </a:clrScheme>
    <a:fontScheme name="MIDI PD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d35187b-e206-4515-96c1-66e152f9ef5c}" enabled="1" method="Privileged" siteId="{3ded8b1b-070d-4629-82e4-c0b019f460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MIDI PDR</vt:lpstr>
      <vt:lpstr>PowerPoint Presentation</vt:lpstr>
      <vt:lpstr>New hardware around the existing 8051 board</vt:lpstr>
      <vt:lpstr>New firmware: interrupts feed a cooperative main loop</vt:lpstr>
      <vt:lpstr>Milestones: each one independently demonstrable</vt:lpstr>
      <vt:lpstr>Deliverables, fallback plan, and open risks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PDR - MIDI Foot Controller for Reaper</dc:title>
  <dc:subject>PptxGenJS Presentation</dc:subject>
  <dc:creator>PptxGenJS</dc:creator>
  <cp:revision>1</cp:revision>
  <dcterms:created xsi:type="dcterms:W3CDTF">2026-10-19T03:18:43Z</dcterms:created>
  <dcterms:modified xsi:type="dcterms:W3CDTF">2026-10-19T17:03:41Z</dcterms:modified>
</cp:coreProperties>
</file>